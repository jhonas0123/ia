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scalloped circle"/>
          <p:cNvSpPr/>
          <p:nvPr/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8523" y="1098388"/>
            <a:ext cx="10318418" cy="4394988"/>
          </a:xfrm>
        </p:spPr>
        <p:txBody>
          <a:bodyPr anchor="ctr">
            <a:noAutofit/>
          </a:bodyPr>
          <a:lstStyle>
            <a:lvl1pPr algn="ctr">
              <a:defRPr sz="10000" spc="800" baseline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15045" y="5979196"/>
            <a:ext cx="8045373" cy="74227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1" i="0" cap="all" spc="4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8523" y="6375679"/>
            <a:ext cx="2329722" cy="348462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7DE21EDD-DE6A-45C9-9229-8F1D00E9EBB9}" type="datetimeFigureOut">
              <a:rPr lang="en-US" smtClean="0"/>
              <a:t>11/29/2024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80332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67218" y="6375679"/>
            <a:ext cx="2329723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35552B35-A394-465A-8623-CD30A862BBE1}" type="slidenum">
              <a:rPr lang="en-US" smtClean="0"/>
              <a:t>‹Nº›</a:t>
            </a:fld>
            <a:endParaRPr lang="en-US"/>
          </a:p>
        </p:txBody>
      </p:sp>
      <p:sp>
        <p:nvSpPr>
          <p:cNvPr id="13" name="Rectangle 12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5917223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21EDD-DE6A-45C9-9229-8F1D00E9EBB9}" type="datetimeFigureOut">
              <a:rPr lang="en-US" smtClean="0"/>
              <a:t>11/29/2024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52B35-A394-465A-8623-CD30A862BBE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43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2929" y="1073888"/>
            <a:ext cx="8187071" cy="4064627"/>
          </a:xfrm>
        </p:spPr>
        <p:txBody>
          <a:bodyPr anchor="b">
            <a:normAutofit/>
          </a:bodyPr>
          <a:lstStyle>
            <a:lvl1pPr>
              <a:defRPr sz="8400" spc="800" baseline="0">
                <a:solidFill>
                  <a:schemeClr val="tx2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42930" y="5159781"/>
            <a:ext cx="7017488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1" i="0" cap="all" spc="4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36546" y="6375679"/>
            <a:ext cx="1493947" cy="348462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7DE21EDD-DE6A-45C9-9229-8F1D00E9EBB9}" type="datetimeFigureOut">
              <a:rPr lang="en-US" smtClean="0"/>
              <a:t>11/29/2024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279064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42434" y="6375679"/>
            <a:ext cx="1487566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35552B35-A394-465A-8623-CD30A862BBE1}" type="slidenum">
              <a:rPr lang="en-US" smtClean="0"/>
              <a:t>‹Nº›</a:t>
            </a:fld>
            <a:endParaRPr lang="en-US"/>
          </a:p>
        </p:txBody>
      </p:sp>
      <p:grpSp>
        <p:nvGrpSpPr>
          <p:cNvPr id="7" name="Group 6" title="left scallop shape"/>
          <p:cNvGrpSpPr/>
          <p:nvPr/>
        </p:nvGrpSpPr>
        <p:grpSpPr>
          <a:xfrm>
            <a:off x="0" y="0"/>
            <a:ext cx="2814638" cy="6858000"/>
            <a:chOff x="0" y="0"/>
            <a:chExt cx="2814638" cy="6858000"/>
          </a:xfrm>
        </p:grpSpPr>
        <p:sp>
          <p:nvSpPr>
            <p:cNvPr id="11" name="Freeform 6" title="left scallop shape"/>
            <p:cNvSpPr/>
            <p:nvPr/>
          </p:nvSpPr>
          <p:spPr bwMode="auto">
            <a:xfrm>
              <a:off x="0" y="0"/>
              <a:ext cx="2814638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6" name="Freeform 11" title="left scallop inline"/>
            <p:cNvSpPr/>
            <p:nvPr/>
          </p:nvSpPr>
          <p:spPr bwMode="auto">
            <a:xfrm>
              <a:off x="874382" y="0"/>
              <a:ext cx="1646238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34510846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286000"/>
            <a:ext cx="4800600" cy="3619500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47796" y="2286000"/>
            <a:ext cx="4800600" cy="3619500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21EDD-DE6A-45C9-9229-8F1D00E9EBB9}" type="datetimeFigureOut">
              <a:rPr lang="en-US" smtClean="0"/>
              <a:t>11/29/2024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52B35-A394-465A-8623-CD30A862BBE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111300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2728" y="381000"/>
            <a:ext cx="10172700" cy="1493517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7300" y="2909102"/>
            <a:ext cx="4800600" cy="299639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33864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33864" y="2909102"/>
            <a:ext cx="4800600" cy="299639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21EDD-DE6A-45C9-9229-8F1D00E9EBB9}" type="datetimeFigureOut">
              <a:rPr lang="en-US" smtClean="0"/>
              <a:t>11/29/2024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52B35-A394-465A-8623-CD30A862BBE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437261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21EDD-DE6A-45C9-9229-8F1D00E9EBB9}" type="datetimeFigureOut">
              <a:rPr lang="en-US" smtClean="0"/>
              <a:t>11/29/2024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52B35-A394-465A-8623-CD30A862BBE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774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21EDD-DE6A-45C9-9229-8F1D00E9EBB9}" type="datetimeFigureOut">
              <a:rPr lang="en-US" smtClean="0"/>
              <a:t>11/29/2024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52B35-A394-465A-8623-CD30A862BBE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0232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4" y="457199"/>
            <a:ext cx="3092115" cy="1196671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cap="all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051" y="920377"/>
            <a:ext cx="6158418" cy="498512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5" y="1741336"/>
            <a:ext cx="3092115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051" y="6375679"/>
            <a:ext cx="1233355" cy="348462"/>
          </a:xfrm>
        </p:spPr>
        <p:txBody>
          <a:bodyPr/>
          <a:lstStyle/>
          <a:p>
            <a:fld id="{7DE21EDD-DE6A-45C9-9229-8F1D00E9EBB9}" type="datetimeFigureOut">
              <a:rPr lang="en-US" smtClean="0"/>
              <a:t>11/29/2024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0" y="6375679"/>
            <a:ext cx="3482179" cy="345796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91014" y="6375679"/>
            <a:ext cx="1232456" cy="345796"/>
          </a:xfrm>
        </p:spPr>
        <p:txBody>
          <a:bodyPr/>
          <a:lstStyle/>
          <a:p>
            <a:fld id="{35552B35-A394-465A-8623-CD30A862BBE1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Rectangle 7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184514093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69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83464" y="0"/>
            <a:ext cx="7355585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11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3" y="457200"/>
            <a:ext cx="3092117" cy="119667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3" y="1741336"/>
            <a:ext cx="3092117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950" y="6375679"/>
            <a:ext cx="1232456" cy="348462"/>
          </a:xfrm>
        </p:spPr>
        <p:txBody>
          <a:bodyPr/>
          <a:lstStyle/>
          <a:p>
            <a:fld id="{7DE21EDD-DE6A-45C9-9229-8F1D00E9EBB9}" type="datetimeFigureOut">
              <a:rPr lang="en-US" smtClean="0"/>
              <a:t>11/29/2024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1" y="6375679"/>
            <a:ext cx="3482178" cy="345796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87568" y="6375679"/>
            <a:ext cx="1234440" cy="345796"/>
          </a:xfrm>
        </p:spPr>
        <p:txBody>
          <a:bodyPr/>
          <a:lstStyle/>
          <a:p>
            <a:fld id="{35552B35-A394-465A-8623-CD30A862BBE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8221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21EDD-DE6A-45C9-9229-8F1D00E9EBB9}" type="datetimeFigureOut">
              <a:rPr lang="en-US" smtClean="0"/>
              <a:t>11/29/2024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52B35-A394-465A-8623-CD30A862BBE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7282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6321" y="382386"/>
            <a:ext cx="1492132" cy="5600404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382385"/>
            <a:ext cx="8392585" cy="5600405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21EDD-DE6A-45C9-9229-8F1D00E9EBB9}" type="datetimeFigureOut">
              <a:rPr lang="en-US" smtClean="0"/>
              <a:t>11/29/2024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52B35-A394-465A-8623-CD30A862BBE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4954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286001"/>
            <a:ext cx="1017832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7DE21EDD-DE6A-45C9-9229-8F1D00E9EBB9}" type="datetimeFigureOut">
              <a:rPr lang="en-US" smtClean="0"/>
              <a:t>11/29/2024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35552B35-A394-465A-8623-CD30A862BBE1}" type="slidenum">
              <a:rPr lang="en-US" smtClean="0"/>
              <a:t>‹Nº›</a:t>
            </a:fld>
            <a:endParaRPr lang="en-US"/>
          </a:p>
        </p:txBody>
      </p:sp>
      <p:sp>
        <p:nvSpPr>
          <p:cNvPr id="11" name="Freeform 6" title="Left scallop edge"/>
          <p:cNvSpPr/>
          <p:nvPr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right edge border"/>
          <p:cNvSpPr/>
          <p:nvPr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167568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100" kern="1200" cap="all" spc="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orient="horz" pos="400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720">
          <p15:clr>
            <a:srgbClr val="F26B43"/>
          </p15:clr>
        </p15:guide>
        <p15:guide id="6" orient="horz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 smtClean="0"/>
              <a:t>Curso de chat </a:t>
            </a:r>
            <a:r>
              <a:rPr lang="es-ES" dirty="0" err="1" smtClean="0"/>
              <a:t>gpt</a:t>
            </a:r>
            <a:endParaRPr lang="en-US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dirty="0" err="1" smtClean="0"/>
              <a:t>Jose</a:t>
            </a:r>
            <a:r>
              <a:rPr lang="es-ES" dirty="0" smtClean="0"/>
              <a:t> Jhonatan choque </a:t>
            </a:r>
            <a:r>
              <a:rPr lang="es-ES" dirty="0" err="1" smtClean="0"/>
              <a:t>araujo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39724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¿Por que usar chat </a:t>
            </a:r>
            <a:r>
              <a:rPr lang="es-ES" dirty="0" err="1" smtClean="0"/>
              <a:t>gpt</a:t>
            </a:r>
            <a:r>
              <a:rPr lang="es-ES" dirty="0" smtClean="0"/>
              <a:t>?</a:t>
            </a:r>
            <a:endParaRPr lang="en-U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Usar IA como ChatGPT-4 es como cuando los granjeros cambiaron sus mulas por tractores: se perdieron habilidades manuales, pero se ganó un montón de tiempo y eficiencia. </a:t>
            </a:r>
            <a:endParaRPr lang="es-ES" dirty="0" smtClean="0"/>
          </a:p>
          <a:p>
            <a:r>
              <a:rPr lang="es-ES" dirty="0" smtClean="0"/>
              <a:t>Automatización de trabajo y labores repetitivos.</a:t>
            </a:r>
          </a:p>
          <a:p>
            <a:r>
              <a:rPr lang="es-ES" dirty="0" smtClean="0"/>
              <a:t>La IA nos ayuda a automatizar nuestro tiempo.</a:t>
            </a:r>
          </a:p>
          <a:p>
            <a:r>
              <a:rPr lang="es-ES" dirty="0" smtClean="0"/>
              <a:t>Contamos con una variedad de información en nuestros bolsillos.</a:t>
            </a:r>
          </a:p>
          <a:p>
            <a:r>
              <a:rPr lang="es-ES" dirty="0" smtClean="0"/>
              <a:t>Facilita la recolección de información de documentación que nosotros le brindamos a la misma como ser: (darle una captura de un Excel y es extraiga la información y nos de graficas, estadísticas, información de la misma, soluciones)</a:t>
            </a:r>
          </a:p>
          <a:p>
            <a:r>
              <a:rPr lang="es-ES" dirty="0" smtClean="0"/>
              <a:t>Traductor automático de texto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20511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Como escribir textos de impacto con chat </a:t>
            </a:r>
            <a:r>
              <a:rPr lang="es-ES" dirty="0" err="1" smtClean="0"/>
              <a:t>gpt</a:t>
            </a:r>
            <a:endParaRPr lang="en-US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3177" y="1874517"/>
            <a:ext cx="6491646" cy="4824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16613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474625"/>
      </p:ext>
    </p:extLst>
  </p:cSld>
  <p:clrMapOvr>
    <a:masterClrMapping/>
  </p:clrMapOvr>
</p:sld>
</file>

<file path=ppt/theme/theme1.xml><?xml version="1.0" encoding="utf-8"?>
<a:theme xmlns:a="http://schemas.openxmlformats.org/drawingml/2006/main" name="Badge">
  <a:themeElements>
    <a:clrScheme name="Badge">
      <a:dk1>
        <a:sysClr val="windowText" lastClr="000000"/>
      </a:dk1>
      <a:lt1>
        <a:sysClr val="window" lastClr="FFFFFF"/>
      </a:lt1>
      <a:dk2>
        <a:srgbClr val="2A1A00"/>
      </a:dk2>
      <a:lt2>
        <a:srgbClr val="F3F3F2"/>
      </a:lt2>
      <a:accent1>
        <a:srgbClr val="F8B323"/>
      </a:accent1>
      <a:accent2>
        <a:srgbClr val="656A59"/>
      </a:accent2>
      <a:accent3>
        <a:srgbClr val="46B2B5"/>
      </a:accent3>
      <a:accent4>
        <a:srgbClr val="8CAA7E"/>
      </a:accent4>
      <a:accent5>
        <a:srgbClr val="D36F68"/>
      </a:accent5>
      <a:accent6>
        <a:srgbClr val="826276"/>
      </a:accent6>
      <a:hlink>
        <a:srgbClr val="46B2B5"/>
      </a:hlink>
      <a:folHlink>
        <a:srgbClr val="A46694"/>
      </a:folHlink>
    </a:clrScheme>
    <a:fontScheme name="Badge">
      <a:majorFont>
        <a:latin typeface="Impact" panose="020B080603090205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メイリオ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Badg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dge" id="{71A07785-5930-41D4-9A83-E23602B48E98}" vid="{771EA782-DFA6-45B1-AEA3-661F1715B31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Distintivo</Template>
  <TotalTime>45</TotalTime>
  <Words>126</Words>
  <Application>Microsoft Office PowerPoint</Application>
  <PresentationFormat>Panorámica</PresentationFormat>
  <Paragraphs>10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8" baseType="lpstr">
      <vt:lpstr>Arial</vt:lpstr>
      <vt:lpstr>Gill Sans MT</vt:lpstr>
      <vt:lpstr>Impact</vt:lpstr>
      <vt:lpstr>Badge</vt:lpstr>
      <vt:lpstr>Curso de chat gpt</vt:lpstr>
      <vt:lpstr>¿Por que usar chat gpt?</vt:lpstr>
      <vt:lpstr>Como escribir textos de impacto con chat gpt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Curso de chat gpt</dc:title>
  <dc:creator>Jhonatan</dc:creator>
  <cp:lastModifiedBy>Jhonatan</cp:lastModifiedBy>
  <cp:revision>4</cp:revision>
  <dcterms:created xsi:type="dcterms:W3CDTF">2024-11-30T01:17:35Z</dcterms:created>
  <dcterms:modified xsi:type="dcterms:W3CDTF">2024-11-30T02:03:12Z</dcterms:modified>
</cp:coreProperties>
</file>